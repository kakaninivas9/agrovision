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10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0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0" name="Google Shape;70;p11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47700" y="604837"/>
            <a:ext cx="8285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GEETHANJALI INSTITUTE OF SCIENCE AND TECHNOLOGY - NELLORE</a:t>
            </a:r>
            <a:endParaRPr/>
          </a:p>
        </p:txBody>
      </p:sp>
      <p:pic>
        <p:nvPicPr>
          <p:cNvPr descr="GIST Home | Geethanjali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1887" y="1504950"/>
            <a:ext cx="1519237" cy="137953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814512" y="3448050"/>
            <a:ext cx="53736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CSE(AI&amp;ML)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1982787" y="87312"/>
            <a:ext cx="54594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COMMUNITY SERVICE PROJECT 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2476500" y="969962"/>
            <a:ext cx="39243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THE PROJECT 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166937" y="2054225"/>
            <a:ext cx="5049900" cy="17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Mr.K.Chiranjeevi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CSE(AI&amp;ML)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Geethanjali Institute of Science and Technology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SPSR Nellore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457825" y="4332287"/>
            <a:ext cx="33624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Name-1(RollNo)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Name-2(RollNo)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Name-3(RollNo)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Name-4(RollNo)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Community service solves local problems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improves efficiency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real-time monitoring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smart decisions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 wastage / pollution issues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monitoring systems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methods inefficient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automation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IoT solution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resource usage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data access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human effort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 community well-being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Water Monitoring System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 collect data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sent to cloud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Alerts to users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Used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Hardware: Arduino, Sensors, Wi-Fi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Software: IoT platforms, Programming languages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Principle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 collect data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Microcontroller processes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sent via internet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monitors via app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Alerts generated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 management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Waste management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lighting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 monitoring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agriculture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&amp; Impact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monitoring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Cost-effective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Saves resources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manual work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life quality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Scope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improves community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system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Future: AI integration, mobile apps, smart city expansion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