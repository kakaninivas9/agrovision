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 b="1">
                <a:solidFill>
                  <a:srgbClr val="00FF88"/>
                </a:solidFill>
              </a:defRPr>
            </a:pPr>
            <a:r>
              <a:t>AgroVision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Transforming Agriculture with AI &amp; IoT</a:t>
            </a:r>
          </a:p>
          <a:p>
            <a:r>
              <a:t>Next-Gen Smart Farming OS</a:t>
            </a:r>
          </a:p>
        </p:txBody>
      </p:sp>
      <p:pic>
        <p:nvPicPr>
          <p:cNvPr id="4" name="Picture 3" descr="img1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114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Global Food Security at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Unpredictable Weather Extremes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Undetected Crop Diseases (Loss up to 40%)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Declining Farmer Income &amp; Labor Fatigue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Information Asymmetry in Rural Markets</a:t>
            </a:r>
          </a:p>
        </p:txBody>
      </p:sp>
      <p:pic>
        <p:nvPicPr>
          <p:cNvPr id="6" name="Picture 5" descr="img2_pro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The Solution: Smart Farm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Bold. Visionary. Integrated.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 unified platform for AI + IoT + Weather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Real-time decision engine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Actionable intelligence for every farmer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End-to-End ecosystem from Soil to Scale</a:t>
            </a:r>
          </a:p>
        </p:txBody>
      </p:sp>
      <p:pic>
        <p:nvPicPr>
          <p:cNvPr id="6" name="Picture 5" descr="img3_sol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The Flow of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Sensor Array: Real-time ground truth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Edge Node: Local data processing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Neural Cloud: Multi-agent Gemini AI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User Interface: Minimalist Dashboard</a:t>
            </a:r>
          </a:p>
        </p:txBody>
      </p:sp>
      <p:pic>
        <p:nvPicPr>
          <p:cNvPr id="6" name="Picture 5" descr="img4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Neural Core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The Brain of AgroVision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Gemini-Powered Smart Assistant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Multi-Agent Architecture for tasks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Autonomous Decision Engine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Predictive Analytics for Crop Health</a:t>
            </a:r>
          </a:p>
        </p:txBody>
      </p:sp>
      <p:pic>
        <p:nvPicPr>
          <p:cNvPr id="6" name="Picture 5" descr="img5_neu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Disease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AI Diagnostic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Instant Leaf Image Scanning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Computer Vision Diagnosis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Treatment &amp; Fertilizer Recommendations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Historical Scan Tracking</a:t>
            </a:r>
          </a:p>
        </p:txBody>
      </p:sp>
      <p:pic>
        <p:nvPicPr>
          <p:cNvPr id="6" name="Picture 5" descr="img6_dise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Weather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Precision Meteorology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Open-Meteo API Real-time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Localized Weather Risk Forecasting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Dynamic Irrigation Scheduling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Extreme Weather Alerts</a:t>
            </a:r>
          </a:p>
        </p:txBody>
      </p:sp>
      <p:pic>
        <p:nvPicPr>
          <p:cNvPr id="6" name="Picture 5" descr="img7_weath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IoT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The Farm's Digital Nervous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Soil Moisture &amp; Heat Monitoring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NPK Nutrient Level Telemetry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Ambient Light &amp; Rain Sensing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Real-time ThingSpeak Data Stream</a:t>
            </a:r>
          </a:p>
        </p:txBody>
      </p:sp>
      <p:pic>
        <p:nvPicPr>
          <p:cNvPr id="6" name="Picture 5" descr="img8_i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Income Optimizer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Maximizing Farmer Profitability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Al-Driven Yield Prediction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Real-time Market Price Trends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Profit &amp; Loss Estimations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Crop Rotation Recommendations</a:t>
            </a:r>
          </a:p>
        </p:txBody>
      </p:sp>
      <p:pic>
        <p:nvPicPr>
          <p:cNvPr id="6" name="Picture 5" descr="img9_inc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Government Schemes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Bridging the Policy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Automated Scheme Eligibility Check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Personalized Benefit Matches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Integrated PM-KISAN, PMFBY datasets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Simplified Application Guidance</a:t>
            </a:r>
          </a:p>
        </p:txBody>
      </p:sp>
      <p:pic>
        <p:nvPicPr>
          <p:cNvPr id="6" name="Picture 5" descr="img10_go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Social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The Collaborative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Inter-Farmer Insight Sharing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Community Alert System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Expert-Led Discussion Threads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Best Practice Marketplace</a:t>
            </a:r>
          </a:p>
        </p:txBody>
      </p:sp>
      <p:pic>
        <p:nvPicPr>
          <p:cNvPr id="6" name="Picture 5" descr="img11_soci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Built for Scale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Frontend: React / Next.js (Obelisk Design)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Backend: Node.js &amp; Express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AI Engine: Google Gemini Vision / Groq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IoT: ESP8266 &amp; Arduino C++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Database: MongoDB &amp; ThingSpeak</a:t>
            </a:r>
          </a:p>
        </p:txBody>
      </p:sp>
      <p:pic>
        <p:nvPicPr>
          <p:cNvPr id="6" name="Picture 5" descr="img12_te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Proven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Results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+25% Average Increase in Yield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-40% Reduction in Water Consumption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-60% Early Disease Intervention Rate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Unified control in the farmer's pocket</a:t>
            </a:r>
          </a:p>
        </p:txBody>
      </p:sp>
      <p:pic>
        <p:nvPicPr>
          <p:cNvPr id="6" name="Picture 5" descr="img13_imp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The Road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Scalability &amp;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Native Android/iOS Application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Blockchain Supply Chain Transparency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Drone-Based Multispectral Imaging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AI-Predictive Market Price Engine</a:t>
            </a:r>
          </a:p>
        </p:txBody>
      </p:sp>
      <p:pic>
        <p:nvPicPr>
          <p:cNvPr id="6" name="Picture 5" descr="img14_fu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The Future of Farming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Join the AgroVision Revolution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Smart Agriculture for All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Sustainable. Scalable. Profitable.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AgroVision: Elevating Farmers Digitally</a:t>
            </a:r>
          </a:p>
        </p:txBody>
      </p:sp>
      <p:pic>
        <p:nvPicPr>
          <p:cNvPr id="6" name="Picture 5" descr="img15_conclu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424</Words>
  <Application>Microsoft Office PowerPoint</Application>
  <PresentationFormat>On-screen Show (4:3)</PresentationFormat>
  <Paragraphs>101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AgroVision</vt:lpstr>
      <vt:lpstr>The Problem</vt:lpstr>
      <vt:lpstr>The Solution: Smart Farm OS</vt:lpstr>
      <vt:lpstr>System Architecture</vt:lpstr>
      <vt:lpstr>Neural Core AI</vt:lpstr>
      <vt:lpstr>Disease Detection</vt:lpstr>
      <vt:lpstr>Weather Intelligence</vt:lpstr>
      <vt:lpstr>IoT Monitoring</vt:lpstr>
      <vt:lpstr>Income Optimizer</vt:lpstr>
      <vt:lpstr>Government Schemes</vt:lpstr>
      <vt:lpstr>Social Intelligence</vt:lpstr>
      <vt:lpstr>Technology Stack</vt:lpstr>
      <vt:lpstr>Proven Impact</vt:lpstr>
      <vt:lpstr>The Road Ahead</vt:lpstr>
      <vt:lpstr>The Future of Farming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Nivas</cp:lastModifiedBy>
  <cp:revision>1</cp:revision>
  <dcterms:created xsi:type="dcterms:W3CDTF">2013-01-27T09:14:16Z</dcterms:created>
  <dcterms:modified xsi:type="dcterms:W3CDTF">2026-04-23T17:31:11Z</dcterms:modified>
  <cp:category/>
</cp:coreProperties>
</file>